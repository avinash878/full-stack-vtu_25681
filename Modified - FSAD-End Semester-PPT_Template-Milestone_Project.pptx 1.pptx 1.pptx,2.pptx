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1" r:id="rId7"/>
    <p:sldId id="275" r:id="rId8"/>
    <p:sldId id="262" r:id="rId9"/>
    <p:sldId id="263" r:id="rId10"/>
    <p:sldId id="264" r:id="rId11"/>
    <p:sldId id="274" r:id="rId12"/>
    <p:sldId id="269" r:id="rId13"/>
    <p:sldId id="277" r:id="rId14"/>
    <p:sldId id="279" r:id="rId15"/>
    <p:sldId id="267" r:id="rId16"/>
    <p:sldId id="278" r:id="rId17"/>
    <p:sldId id="268" r:id="rId18"/>
    <p:sldId id="280" r:id="rId20"/>
    <p:sldId id="272" r:id="rId21"/>
    <p:sldId id="281" r:id="rId22"/>
    <p:sldId id="271" r:id="rId23"/>
    <p:sldId id="282" r:id="rId24"/>
    <p:sldId id="283" r:id="rId25"/>
    <p:sldId id="284" r:id="rId26"/>
    <p:sldId id="273" r:id="rId27"/>
    <p:sldId id="285" r:id="rId28"/>
    <p:sldId id="270" r:id="rId29"/>
    <p:sldId id="265" r:id="rId30"/>
  </p:sldIdLst>
  <p:sldSz cx="18288000" cy="10287000"/>
  <p:notesSz cx="6858000" cy="9144000"/>
  <p:embeddedFontLs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Bookman Old Style" panose="02050604050505020204" pitchFamily="18" charset="0"/>
      <p:regular r:id="rId38"/>
      <p:bold r:id="rId39"/>
      <p:italic r:id="rId40"/>
    </p:embeddedFont>
    <p:embeddedFont>
      <p:font typeface="Gotham"/>
      <p:regular r:id="rId41"/>
    </p:embeddedFont>
    <p:embeddedFont>
      <p:font typeface="Calibri" panose="020F0502020204030204" charset="0"/>
      <p:regular r:id="rId42"/>
      <p:bold r:id="rId43"/>
      <p:italic r:id="rId44"/>
      <p:boldItalic r:id="rId45"/>
    </p:embeddedFont>
    <p:embeddedFont>
      <p:font typeface="Gotham Bold Italics" panose="02000000000000000000"/>
      <p:boldItalic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>
        <p:scale>
          <a:sx n="35" d="100"/>
          <a:sy n="35" d="100"/>
        </p:scale>
        <p:origin x="1308" y="1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font" Target="fonts/font13.fntdata"/><Relationship Id="rId45" Type="http://schemas.openxmlformats.org/officeDocument/2006/relationships/font" Target="fonts/font12.fntdata"/><Relationship Id="rId44" Type="http://schemas.openxmlformats.org/officeDocument/2006/relationships/font" Target="fonts/font11.fntdata"/><Relationship Id="rId43" Type="http://schemas.openxmlformats.org/officeDocument/2006/relationships/font" Target="fonts/font10.fntdata"/><Relationship Id="rId42" Type="http://schemas.openxmlformats.org/officeDocument/2006/relationships/font" Target="fonts/font9.fntdata"/><Relationship Id="rId41" Type="http://schemas.openxmlformats.org/officeDocument/2006/relationships/font" Target="fonts/font8.fntdata"/><Relationship Id="rId40" Type="http://schemas.openxmlformats.org/officeDocument/2006/relationships/font" Target="fonts/font7.fntdata"/><Relationship Id="rId4" Type="http://schemas.openxmlformats.org/officeDocument/2006/relationships/slide" Target="slides/slide2.xml"/><Relationship Id="rId39" Type="http://schemas.openxmlformats.org/officeDocument/2006/relationships/font" Target="fonts/font6.fntdata"/><Relationship Id="rId38" Type="http://schemas.openxmlformats.org/officeDocument/2006/relationships/font" Target="fonts/font5.fntdata"/><Relationship Id="rId37" Type="http://schemas.openxmlformats.org/officeDocument/2006/relationships/font" Target="fonts/font4.fntdata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F3B78-621D-4974-9253-84449C6BA9E2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A5D34-7D19-478F-843F-AB7EAB29B29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A5D34-7D19-478F-843F-AB7EAB29B29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A5D34-7D19-478F-843F-AB7EAB29B29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</a:t>
            </a: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.MANI VENAKATA AVINASH– VTU25681– 23UECS1055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77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HEMAMALINI, M.E., Ph.D.  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 No - SDG4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173897"/>
            <a:ext cx="15082325" cy="1388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 is a web-based application for managing college events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students and administrators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can: 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online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their participation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Admins can: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Add, edit, and delete events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event details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upcoming events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registration statistics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improves event coordination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using: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Boot, Spring MVC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Data JPA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HTML, CSS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secure, scalable, and user-friendly system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United Nations SDG 4 – Quality Education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6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/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206526" y="2465101"/>
            <a:ext cx="15082325" cy="13942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many educational institutions, campus events such as workshops, seminars, and technical programs are managed using manual methods or fragmented digital platforms.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often face challenges in registering for events and tracking their participation, leading to reduced engagement.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Administrators encounter issues in efficiently managing event details, handling registrations, and maintaining records.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absence of a centralized platform results in: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Ineffective communication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chances of errors and data inconsistency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monitoring and analyzing event performance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Additionally, there is no streamlined way to generate insights such as registration statistics or event success metrics.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lack of a unified system creates difficulties for students in accessing accurate, timely, and organized event information.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Therefore, there is a need for a centralized, automated, and user-friendly system that simplifies event management and enhances student participation.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254166" y="1696118"/>
            <a:ext cx="15082325" cy="10756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students to view and register for events easily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admins with tools to create, update, and delete events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communication and participation in campus activities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a secure and user-friendly platform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United Nations SDG 4 – Quality Education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centralized system to manage campus events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12622" y="1987111"/>
            <a:ext cx="15082325" cy="1118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real-time event dashboard showing upcoming and trending events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Introduces a role-based system with separate access for students and administrators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automated registration handling, reducing delays and manual errors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event capacity management (limit number of participants)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feedback collection after events to improve future planning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notification features (alerts/reminders for registered events)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data analytics such as participation trends and popular event categories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scalability, allowing the system to handle increasing users and events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with a responsive interface, making it accessible on mobile and desktop 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90500" y="49325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t="12370"/>
          <a:stretch>
            <a:fillRect/>
          </a:stretch>
        </p:blipFill>
        <p:spPr>
          <a:xfrm>
            <a:off x="2903936" y="1800022"/>
            <a:ext cx="13174264" cy="76964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240277" y="34626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9800" y="1638300"/>
            <a:ext cx="150823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4"/>
          <a:stretch>
            <a:fillRect/>
          </a:stretch>
        </p:blipFill>
        <p:spPr>
          <a:xfrm>
            <a:off x="3140373" y="1820896"/>
            <a:ext cx="12007253" cy="7471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80294" y="1959637"/>
            <a:ext cx="15082325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Bootstrap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Spring Boot, Spring MVC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 Framework: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Data JPA (Hibernate)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(Basic Authentication)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Tool: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Tomcat Server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Tools/IDE: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/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58537" y="2105768"/>
            <a:ext cx="15082325" cy="907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Student Module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and search events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for events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registered events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notifications/reminders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Admin Module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and authentication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delete events (CRUD)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event details and registrations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reports and analytics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58537" y="2105768"/>
            <a:ext cx="15082325" cy="861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Event Management Module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event data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events (date, type, department)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event capacity and details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Database &amp; Security Module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event, student, and registration data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consistency and integrity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authentication and authorization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system access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0968" y="2551724"/>
            <a:ext cx="10406063" cy="4724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47899" y="7793962"/>
            <a:ext cx="140846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The Home page displays the list of upcoming events available </a:t>
            </a:r>
            <a:r>
              <a:rPr lang="en-US" sz="2500" dirty="0" err="1"/>
              <a:t>inthe</a:t>
            </a:r>
            <a:r>
              <a:rPr lang="en-US" sz="2500" dirty="0"/>
              <a:t> Smart Campus Event Management System. </a:t>
            </a:r>
            <a:endParaRPr lang="en-US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It allows users to view event </a:t>
            </a:r>
            <a:r>
              <a:rPr lang="en-US" sz="2500" dirty="0" err="1"/>
              <a:t>detailssuch</a:t>
            </a:r>
            <a:r>
              <a:rPr lang="en-US" sz="2500" dirty="0"/>
              <a:t> as event name, date, location, and status, and provides options to manage events.</a:t>
            </a:r>
            <a:endParaRPr lang="en-IN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63503" y="1191520"/>
            <a:ext cx="1514675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r>
              <a:rPr lang="en-US" sz="2800"/>
              <a:t>Admin Login Page</a:t>
            </a: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800" y="3119017"/>
            <a:ext cx="7010400" cy="58007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63503" y="1191520"/>
            <a:ext cx="15146756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r>
              <a:rPr lang="en-US" sz="3000" dirty="0"/>
              <a:t>Admin Login Page</a:t>
            </a: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administrator is required to enter valid login credentials to access the system.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Proper validation is implemented to ensure that both fields are not empty and </a:t>
            </a:r>
            <a:r>
              <a:rPr lang="en-US" sz="3000" dirty="0" err="1"/>
              <a:t>thatthe</a:t>
            </a:r>
            <a:r>
              <a:rPr lang="en-US" sz="3000" dirty="0"/>
              <a:t> entered details match the records stored in the database</a:t>
            </a:r>
            <a:endParaRPr lang="en-US" sz="30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41263" y="847754"/>
            <a:ext cx="1514868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User Login Page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1441822" y="1697977"/>
            <a:ext cx="5257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0987" y="2648112"/>
            <a:ext cx="101060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75016" y="1413818"/>
            <a:ext cx="15148689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3000" dirty="0"/>
              <a:t>User Login Page</a:t>
            </a: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page consists of input fields including Full Name, Email Ad-dress, and Student ID. 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These fields are used to uniquely identify the participant </a:t>
            </a:r>
            <a:r>
              <a:rPr lang="en-US" sz="3000" dirty="0" err="1"/>
              <a:t>andensure</a:t>
            </a:r>
            <a:r>
              <a:rPr lang="en-US" sz="3000" dirty="0"/>
              <a:t> proper communication.</a:t>
            </a:r>
            <a:endParaRPr lang="en-US" sz="30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/>
              <a:t>Module 1 Screenshot</a:t>
            </a:r>
            <a:endParaRPr lang="en-US" sz="2800"/>
          </a:p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6305" y="2451028"/>
            <a:ext cx="6575389" cy="71367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325" cy="861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3000" dirty="0"/>
              <a:t>Module 1 Explanation</a:t>
            </a:r>
            <a:endParaRPr lang="en-US" sz="3000" dirty="0"/>
          </a:p>
          <a:p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This page shows that the event registration is successful. 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It confirms that the user's email has been verified and the seat has been </a:t>
            </a:r>
            <a:r>
              <a:rPr lang="en-US" sz="3000" dirty="0" err="1"/>
              <a:t>booked.It</a:t>
            </a:r>
            <a:r>
              <a:rPr lang="en-US" sz="3000" dirty="0"/>
              <a:t> also displays a digital ticket for the event, including the event name, date, and a QR code.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The QR code can be used for entry or verification at the event.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Additionally, the page contains student details such as name, student ID, and registration ID for identification purposes.</a:t>
            </a:r>
            <a:endParaRPr lang="en-US" sz="30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Module 2 Screenshot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7833" y="2475171"/>
            <a:ext cx="12026257" cy="72614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179320" y="2015465"/>
            <a:ext cx="15082325" cy="8525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/>
              <a:t>Module 2 Explanation </a:t>
            </a: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Add Event page allows users to create and add new event details in the Smart Campus Event Management System.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It collects information such as event name, date, location, and status, which are stored in the database for event management.</a:t>
            </a:r>
            <a:endParaRPr lang="en-US" sz="30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r>
              <a:rPr lang="en-US" sz="2800" dirty="0"/>
              <a:t>Screenshot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1801" y="2575612"/>
            <a:ext cx="13012966" cy="68875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r>
              <a:rPr lang="en-US" sz="2800" dirty="0"/>
              <a:t>Screenshot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250" y="2475171"/>
            <a:ext cx="8191500" cy="658353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r>
              <a:rPr lang="en-US" sz="2800" dirty="0"/>
              <a:t>Screenshot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7323" y="2871354"/>
            <a:ext cx="14327878" cy="474084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186390" y="2237698"/>
            <a:ext cx="15082325" cy="10802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b="1" dirty="0">
                <a:solidFill>
                  <a:srgbClr val="FF0000"/>
                </a:solidFill>
              </a:rPr>
              <a:t>Innovative Module  </a:t>
            </a:r>
            <a:r>
              <a:rPr lang="en-US" sz="3000" dirty="0"/>
              <a:t>Explanation</a:t>
            </a: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system incorporates several advanced features to enhance security and user experience. 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An OTP (One-Time Password) verification mechanism is implemented to ensure that only genuine users can register for events, reducing the chances of fake registrations. 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OTP is securely sent to the user’s email, adding an extra layer of authentication. 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Additionally, location-based functionality is integrated to provide users with event venue details and improve accessibility.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Together, these features make the system more secure, reliable, and user-friendly while offering a smarter event management experience.</a:t>
            </a:r>
            <a:endParaRPr lang="en-US" sz="30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Database  Screenshot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4279" y="2777073"/>
            <a:ext cx="14469458" cy="50831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Database  Screenshot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171" y="2874414"/>
            <a:ext cx="14994443" cy="54109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943383"/>
            <a:ext cx="1457656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 for managing all campus events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paperwork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event registration for students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and participation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data and analytics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 application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connectivity to access the system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development cost is high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knowledge for maintenance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system/server availability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features without further upgrades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7456</Words>
  <Application>WPS Presentation</Application>
  <PresentationFormat>Custom</PresentationFormat>
  <Paragraphs>1079</Paragraphs>
  <Slides>27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Calibri</vt:lpstr>
      <vt:lpstr>Microsoft YaHei</vt:lpstr>
      <vt:lpstr>Arial Unicode MS</vt:lpstr>
      <vt:lpstr>Gotham Bold Italics</vt:lpstr>
      <vt:lpstr>Cascadia Code</vt:lpstr>
      <vt:lpstr>Cascadia Mono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/>
  <cp:lastModifiedBy>Lenovo</cp:lastModifiedBy>
  <cp:revision>17</cp:revision>
  <dcterms:created xsi:type="dcterms:W3CDTF">2006-08-16T00:00:00Z</dcterms:created>
  <dcterms:modified xsi:type="dcterms:W3CDTF">2026-05-06T02:49:58Z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2DB76A893E4C471CB41CB530FAE032A1_13</vt:lpwstr>
  </property>
  <property fmtid="{D5CDD505-2E9C-101B-9397-08002B2CF9AE}" pid="3" name="KSOProductBuildVer">
    <vt:lpwstr>1033-12.1.0.25242</vt:lpwstr>
  </property>
</Properties>
</file>